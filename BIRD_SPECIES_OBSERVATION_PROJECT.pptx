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3" r:id="rId4"/>
    <p:sldId id="265" r:id="rId5"/>
    <p:sldId id="267" r:id="rId6"/>
    <p:sldId id="268" r:id="rId7"/>
    <p:sldId id="269" r:id="rId8"/>
    <p:sldId id="270" r:id="rId9"/>
    <p:sldId id="266" r:id="rId10"/>
    <p:sldId id="264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EC3C"/>
    <a:srgbClr val="EA4B04"/>
    <a:srgbClr val="9900CC"/>
    <a:srgbClr val="FF9900"/>
    <a:srgbClr val="D99B01"/>
    <a:srgbClr val="FF66CC"/>
    <a:srgbClr val="FF67AC"/>
    <a:srgbClr val="CC0099"/>
    <a:srgbClr val="FFDC47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90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limishra.am111@gmail.com" userId="98924a2674df745c" providerId="LiveId" clId="{8CE991A9-0D95-4DD7-B7B5-B8939DD7C592}"/>
    <pc:docChg chg="undo custSel addSld delSld modSld">
      <pc:chgData name="anjalimishra.am111@gmail.com" userId="98924a2674df745c" providerId="LiveId" clId="{8CE991A9-0D95-4DD7-B7B5-B8939DD7C592}" dt="2025-08-08T14:01:13.967" v="1105" actId="20577"/>
      <pc:docMkLst>
        <pc:docMk/>
      </pc:docMkLst>
      <pc:sldChg chg="modSp mod">
        <pc:chgData name="anjalimishra.am111@gmail.com" userId="98924a2674df745c" providerId="LiveId" clId="{8CE991A9-0D95-4DD7-B7B5-B8939DD7C592}" dt="2025-08-08T09:15:51.983" v="106" actId="20577"/>
        <pc:sldMkLst>
          <pc:docMk/>
          <pc:sldMk cId="363920370" sldId="256"/>
        </pc:sldMkLst>
        <pc:spChg chg="mod">
          <ac:chgData name="anjalimishra.am111@gmail.com" userId="98924a2674df745c" providerId="LiveId" clId="{8CE991A9-0D95-4DD7-B7B5-B8939DD7C592}" dt="2025-08-08T09:15:22.289" v="68" actId="14100"/>
          <ac:spMkLst>
            <pc:docMk/>
            <pc:sldMk cId="363920370" sldId="256"/>
            <ac:spMk id="2" creationId="{00000000-0000-0000-0000-000000000000}"/>
          </ac:spMkLst>
        </pc:spChg>
        <pc:spChg chg="mod">
          <ac:chgData name="anjalimishra.am111@gmail.com" userId="98924a2674df745c" providerId="LiveId" clId="{8CE991A9-0D95-4DD7-B7B5-B8939DD7C592}" dt="2025-08-08T09:15:51.983" v="106" actId="20577"/>
          <ac:spMkLst>
            <pc:docMk/>
            <pc:sldMk cId="363920370" sldId="256"/>
            <ac:spMk id="3" creationId="{00000000-0000-0000-0000-000000000000}"/>
          </ac:spMkLst>
        </pc:spChg>
      </pc:sldChg>
      <pc:sldChg chg="delSp modSp del mod">
        <pc:chgData name="anjalimishra.am111@gmail.com" userId="98924a2674df745c" providerId="LiveId" clId="{8CE991A9-0D95-4DD7-B7B5-B8939DD7C592}" dt="2025-08-08T09:24:40.282" v="326" actId="47"/>
        <pc:sldMkLst>
          <pc:docMk/>
          <pc:sldMk cId="4103309497" sldId="257"/>
        </pc:sldMkLst>
        <pc:spChg chg="mod">
          <ac:chgData name="anjalimishra.am111@gmail.com" userId="98924a2674df745c" providerId="LiveId" clId="{8CE991A9-0D95-4DD7-B7B5-B8939DD7C592}" dt="2025-08-08T09:18:06.022" v="131" actId="20577"/>
          <ac:spMkLst>
            <pc:docMk/>
            <pc:sldMk cId="4103309497" sldId="257"/>
            <ac:spMk id="2" creationId="{00000000-0000-0000-0000-000000000000}"/>
          </ac:spMkLst>
        </pc:spChg>
        <pc:spChg chg="del mod">
          <ac:chgData name="anjalimishra.am111@gmail.com" userId="98924a2674df745c" providerId="LiveId" clId="{8CE991A9-0D95-4DD7-B7B5-B8939DD7C592}" dt="2025-08-08T09:21:18.717" v="271" actId="478"/>
          <ac:spMkLst>
            <pc:docMk/>
            <pc:sldMk cId="4103309497" sldId="257"/>
            <ac:spMk id="3" creationId="{00000000-0000-0000-0000-000000000000}"/>
          </ac:spMkLst>
        </pc:spChg>
      </pc:sldChg>
      <pc:sldChg chg="del">
        <pc:chgData name="anjalimishra.am111@gmail.com" userId="98924a2674df745c" providerId="LiveId" clId="{8CE991A9-0D95-4DD7-B7B5-B8939DD7C592}" dt="2025-08-08T13:28:58.020" v="855" actId="47"/>
        <pc:sldMkLst>
          <pc:docMk/>
          <pc:sldMk cId="4170783713" sldId="258"/>
        </pc:sldMkLst>
      </pc:sldChg>
      <pc:sldChg chg="del">
        <pc:chgData name="anjalimishra.am111@gmail.com" userId="98924a2674df745c" providerId="LiveId" clId="{8CE991A9-0D95-4DD7-B7B5-B8939DD7C592}" dt="2025-08-08T09:35:40.993" v="408" actId="47"/>
        <pc:sldMkLst>
          <pc:docMk/>
          <pc:sldMk cId="1101633878" sldId="259"/>
        </pc:sldMkLst>
      </pc:sldChg>
      <pc:sldChg chg="del">
        <pc:chgData name="anjalimishra.am111@gmail.com" userId="98924a2674df745c" providerId="LiveId" clId="{8CE991A9-0D95-4DD7-B7B5-B8939DD7C592}" dt="2025-08-08T10:33:29.179" v="794" actId="47"/>
        <pc:sldMkLst>
          <pc:docMk/>
          <pc:sldMk cId="109100692" sldId="260"/>
        </pc:sldMkLst>
      </pc:sldChg>
      <pc:sldChg chg="new del">
        <pc:chgData name="anjalimishra.am111@gmail.com" userId="98924a2674df745c" providerId="LiveId" clId="{8CE991A9-0D95-4DD7-B7B5-B8939DD7C592}" dt="2025-08-08T09:24:42.555" v="327" actId="47"/>
        <pc:sldMkLst>
          <pc:docMk/>
          <pc:sldMk cId="3009316549" sldId="261"/>
        </pc:sldMkLst>
      </pc:sldChg>
      <pc:sldChg chg="modSp new mod">
        <pc:chgData name="anjalimishra.am111@gmail.com" userId="98924a2674df745c" providerId="LiveId" clId="{8CE991A9-0D95-4DD7-B7B5-B8939DD7C592}" dt="2025-08-08T09:25:42.130" v="331" actId="12"/>
        <pc:sldMkLst>
          <pc:docMk/>
          <pc:sldMk cId="2653231211" sldId="262"/>
        </pc:sldMkLst>
        <pc:spChg chg="mod">
          <ac:chgData name="anjalimishra.am111@gmail.com" userId="98924a2674df745c" providerId="LiveId" clId="{8CE991A9-0D95-4DD7-B7B5-B8939DD7C592}" dt="2025-08-08T09:25:42.130" v="331" actId="12"/>
          <ac:spMkLst>
            <pc:docMk/>
            <pc:sldMk cId="2653231211" sldId="262"/>
            <ac:spMk id="2" creationId="{A4BB39A1-4CB7-3885-8201-8D66979E3D3A}"/>
          </ac:spMkLst>
        </pc:spChg>
        <pc:spChg chg="mod">
          <ac:chgData name="anjalimishra.am111@gmail.com" userId="98924a2674df745c" providerId="LiveId" clId="{8CE991A9-0D95-4DD7-B7B5-B8939DD7C592}" dt="2025-08-08T09:24:34.021" v="325" actId="255"/>
          <ac:spMkLst>
            <pc:docMk/>
            <pc:sldMk cId="2653231211" sldId="262"/>
            <ac:spMk id="3" creationId="{F84333EC-F2FA-AAFF-A411-D6BD8B82E042}"/>
          </ac:spMkLst>
        </pc:spChg>
      </pc:sldChg>
      <pc:sldChg chg="modSp new mod">
        <pc:chgData name="anjalimishra.am111@gmail.com" userId="98924a2674df745c" providerId="LiveId" clId="{8CE991A9-0D95-4DD7-B7B5-B8939DD7C592}" dt="2025-08-08T09:35:12.168" v="407" actId="20577"/>
        <pc:sldMkLst>
          <pc:docMk/>
          <pc:sldMk cId="2888246388" sldId="263"/>
        </pc:sldMkLst>
        <pc:spChg chg="mod">
          <ac:chgData name="anjalimishra.am111@gmail.com" userId="98924a2674df745c" providerId="LiveId" clId="{8CE991A9-0D95-4DD7-B7B5-B8939DD7C592}" dt="2025-08-08T09:28:11.285" v="343" actId="207"/>
          <ac:spMkLst>
            <pc:docMk/>
            <pc:sldMk cId="2888246388" sldId="263"/>
            <ac:spMk id="2" creationId="{459C4528-84CE-871F-F12E-2621ADFBF5A5}"/>
          </ac:spMkLst>
        </pc:spChg>
        <pc:spChg chg="mod">
          <ac:chgData name="anjalimishra.am111@gmail.com" userId="98924a2674df745c" providerId="LiveId" clId="{8CE991A9-0D95-4DD7-B7B5-B8939DD7C592}" dt="2025-08-08T09:34:53.515" v="402" actId="5793"/>
          <ac:spMkLst>
            <pc:docMk/>
            <pc:sldMk cId="2888246388" sldId="263"/>
            <ac:spMk id="3" creationId="{66ABDEA9-A603-22F6-5CC1-D0A9E1AFD42F}"/>
          </ac:spMkLst>
        </pc:spChg>
        <pc:spChg chg="mod">
          <ac:chgData name="anjalimishra.am111@gmail.com" userId="98924a2674df745c" providerId="LiveId" clId="{8CE991A9-0D95-4DD7-B7B5-B8939DD7C592}" dt="2025-08-08T09:35:12.168" v="407" actId="20577"/>
          <ac:spMkLst>
            <pc:docMk/>
            <pc:sldMk cId="2888246388" sldId="263"/>
            <ac:spMk id="4" creationId="{28AFA939-5763-92F2-DB8B-1FFF02C9824E}"/>
          </ac:spMkLst>
        </pc:spChg>
      </pc:sldChg>
      <pc:sldChg chg="modSp new mod">
        <pc:chgData name="anjalimishra.am111@gmail.com" userId="98924a2674df745c" providerId="LiveId" clId="{8CE991A9-0D95-4DD7-B7B5-B8939DD7C592}" dt="2025-08-08T10:36:00.249" v="854" actId="20577"/>
        <pc:sldMkLst>
          <pc:docMk/>
          <pc:sldMk cId="3355830872" sldId="264"/>
        </pc:sldMkLst>
        <pc:spChg chg="mod">
          <ac:chgData name="anjalimishra.am111@gmail.com" userId="98924a2674df745c" providerId="LiveId" clId="{8CE991A9-0D95-4DD7-B7B5-B8939DD7C592}" dt="2025-08-08T10:36:00.249" v="854" actId="20577"/>
          <ac:spMkLst>
            <pc:docMk/>
            <pc:sldMk cId="3355830872" sldId="264"/>
            <ac:spMk id="2" creationId="{2F53ECF8-3924-51F7-6CAF-1F0B3DD0845E}"/>
          </ac:spMkLst>
        </pc:spChg>
        <pc:spChg chg="mod">
          <ac:chgData name="anjalimishra.am111@gmail.com" userId="98924a2674df745c" providerId="LiveId" clId="{8CE991A9-0D95-4DD7-B7B5-B8939DD7C592}" dt="2025-08-08T10:35:33.458" v="814" actId="12"/>
          <ac:spMkLst>
            <pc:docMk/>
            <pc:sldMk cId="3355830872" sldId="264"/>
            <ac:spMk id="3" creationId="{A631D98E-44E3-352C-2A28-7A47F75ABF25}"/>
          </ac:spMkLst>
        </pc:spChg>
      </pc:sldChg>
      <pc:sldChg chg="modSp add mod">
        <pc:chgData name="anjalimishra.am111@gmail.com" userId="98924a2674df745c" providerId="LiveId" clId="{8CE991A9-0D95-4DD7-B7B5-B8939DD7C592}" dt="2025-08-08T14:01:13.967" v="1105" actId="20577"/>
        <pc:sldMkLst>
          <pc:docMk/>
          <pc:sldMk cId="1206435857" sldId="265"/>
        </pc:sldMkLst>
        <pc:spChg chg="mod">
          <ac:chgData name="anjalimishra.am111@gmail.com" userId="98924a2674df745c" providerId="LiveId" clId="{8CE991A9-0D95-4DD7-B7B5-B8939DD7C592}" dt="2025-08-08T10:07:24.936" v="526" actId="14100"/>
          <ac:spMkLst>
            <pc:docMk/>
            <pc:sldMk cId="1206435857" sldId="265"/>
            <ac:spMk id="2" creationId="{6006A0F9-9B00-10D6-1C4F-6CA4D8435ACF}"/>
          </ac:spMkLst>
        </pc:spChg>
        <pc:spChg chg="mod">
          <ac:chgData name="anjalimishra.am111@gmail.com" userId="98924a2674df745c" providerId="LiveId" clId="{8CE991A9-0D95-4DD7-B7B5-B8939DD7C592}" dt="2025-08-08T10:01:41.067" v="443" actId="20577"/>
          <ac:spMkLst>
            <pc:docMk/>
            <pc:sldMk cId="1206435857" sldId="265"/>
            <ac:spMk id="3" creationId="{4012484C-842F-D617-6D54-D0CA2E1EED63}"/>
          </ac:spMkLst>
        </pc:spChg>
        <pc:spChg chg="mod">
          <ac:chgData name="anjalimishra.am111@gmail.com" userId="98924a2674df745c" providerId="LiveId" clId="{8CE991A9-0D95-4DD7-B7B5-B8939DD7C592}" dt="2025-08-08T14:01:13.967" v="1105" actId="20577"/>
          <ac:spMkLst>
            <pc:docMk/>
            <pc:sldMk cId="1206435857" sldId="265"/>
            <ac:spMk id="4" creationId="{BA8D95DC-E325-275A-9EF0-2492C775322B}"/>
          </ac:spMkLst>
        </pc:spChg>
      </pc:sldChg>
      <pc:sldChg chg="delSp modSp new mod">
        <pc:chgData name="anjalimishra.am111@gmail.com" userId="98924a2674df745c" providerId="LiveId" clId="{8CE991A9-0D95-4DD7-B7B5-B8939DD7C592}" dt="2025-08-08T10:21:44.764" v="650" actId="207"/>
        <pc:sldMkLst>
          <pc:docMk/>
          <pc:sldMk cId="2945143517" sldId="266"/>
        </pc:sldMkLst>
        <pc:spChg chg="mod">
          <ac:chgData name="anjalimishra.am111@gmail.com" userId="98924a2674df745c" providerId="LiveId" clId="{8CE991A9-0D95-4DD7-B7B5-B8939DD7C592}" dt="2025-08-08T10:21:32.966" v="649" actId="207"/>
          <ac:spMkLst>
            <pc:docMk/>
            <pc:sldMk cId="2945143517" sldId="266"/>
            <ac:spMk id="2" creationId="{E5644DB5-F79A-0CD6-40E6-C061E418A5FB}"/>
          </ac:spMkLst>
        </pc:spChg>
        <pc:spChg chg="mod">
          <ac:chgData name="anjalimishra.am111@gmail.com" userId="98924a2674df745c" providerId="LiveId" clId="{8CE991A9-0D95-4DD7-B7B5-B8939DD7C592}" dt="2025-08-08T10:21:44.764" v="650" actId="207"/>
          <ac:spMkLst>
            <pc:docMk/>
            <pc:sldMk cId="2945143517" sldId="266"/>
            <ac:spMk id="3" creationId="{E6D32F27-1C0A-5662-6629-61F0B96F77CE}"/>
          </ac:spMkLst>
        </pc:spChg>
        <pc:spChg chg="del">
          <ac:chgData name="anjalimishra.am111@gmail.com" userId="98924a2674df745c" providerId="LiveId" clId="{8CE991A9-0D95-4DD7-B7B5-B8939DD7C592}" dt="2025-08-08T10:18:39.846" v="562" actId="478"/>
          <ac:spMkLst>
            <pc:docMk/>
            <pc:sldMk cId="2945143517" sldId="266"/>
            <ac:spMk id="4" creationId="{732E91E4-F88E-B7FA-3F30-C1BE2D338440}"/>
          </ac:spMkLst>
        </pc:spChg>
      </pc:sldChg>
      <pc:sldChg chg="addSp delSp modSp new mod">
        <pc:chgData name="anjalimishra.am111@gmail.com" userId="98924a2674df745c" providerId="LiveId" clId="{8CE991A9-0D95-4DD7-B7B5-B8939DD7C592}" dt="2025-08-08T14:00:34.238" v="1104" actId="207"/>
        <pc:sldMkLst>
          <pc:docMk/>
          <pc:sldMk cId="273867295" sldId="267"/>
        </pc:sldMkLst>
        <pc:spChg chg="mod">
          <ac:chgData name="anjalimishra.am111@gmail.com" userId="98924a2674df745c" providerId="LiveId" clId="{8CE991A9-0D95-4DD7-B7B5-B8939DD7C592}" dt="2025-08-08T14:00:34.238" v="1104" actId="207"/>
          <ac:spMkLst>
            <pc:docMk/>
            <pc:sldMk cId="273867295" sldId="267"/>
            <ac:spMk id="2" creationId="{722EE1C6-7381-291D-5000-1D61998D1EDA}"/>
          </ac:spMkLst>
        </pc:spChg>
        <pc:spChg chg="del mod">
          <ac:chgData name="anjalimishra.am111@gmail.com" userId="98924a2674df745c" providerId="LiveId" clId="{8CE991A9-0D95-4DD7-B7B5-B8939DD7C592}" dt="2025-08-08T13:33:03.498" v="911" actId="931"/>
          <ac:spMkLst>
            <pc:docMk/>
            <pc:sldMk cId="273867295" sldId="267"/>
            <ac:spMk id="3" creationId="{0E1813D7-D6B6-8908-A630-D6BFF88556C9}"/>
          </ac:spMkLst>
        </pc:spChg>
        <pc:spChg chg="del">
          <ac:chgData name="anjalimishra.am111@gmail.com" userId="98924a2674df745c" providerId="LiveId" clId="{8CE991A9-0D95-4DD7-B7B5-B8939DD7C592}" dt="2025-08-08T13:33:03.498" v="911" actId="931"/>
          <ac:spMkLst>
            <pc:docMk/>
            <pc:sldMk cId="273867295" sldId="267"/>
            <ac:spMk id="4" creationId="{4E19E505-9774-EA62-1BD2-55D44CAC9D25}"/>
          </ac:spMkLst>
        </pc:spChg>
        <pc:spChg chg="add del mod">
          <ac:chgData name="anjalimishra.am111@gmail.com" userId="98924a2674df745c" providerId="LiveId" clId="{8CE991A9-0D95-4DD7-B7B5-B8939DD7C592}" dt="2025-08-08T13:48:54.056" v="1032" actId="478"/>
          <ac:spMkLst>
            <pc:docMk/>
            <pc:sldMk cId="273867295" sldId="267"/>
            <ac:spMk id="15" creationId="{6ADE8DBA-2DF4-B993-A1B7-A345F945888B}"/>
          </ac:spMkLst>
        </pc:spChg>
        <pc:spChg chg="add del mod">
          <ac:chgData name="anjalimishra.am111@gmail.com" userId="98924a2674df745c" providerId="LiveId" clId="{8CE991A9-0D95-4DD7-B7B5-B8939DD7C592}" dt="2025-08-08T13:48:47.228" v="1030" actId="478"/>
          <ac:spMkLst>
            <pc:docMk/>
            <pc:sldMk cId="273867295" sldId="267"/>
            <ac:spMk id="16" creationId="{E4E4CF64-491D-97E8-4B6B-07B350FF578D}"/>
          </ac:spMkLst>
        </pc:spChg>
        <pc:picChg chg="add mod">
          <ac:chgData name="anjalimishra.am111@gmail.com" userId="98924a2674df745c" providerId="LiveId" clId="{8CE991A9-0D95-4DD7-B7B5-B8939DD7C592}" dt="2025-08-08T13:37:06.874" v="944" actId="1582"/>
          <ac:picMkLst>
            <pc:docMk/>
            <pc:sldMk cId="273867295" sldId="267"/>
            <ac:picMk id="6" creationId="{EE018464-60D3-325D-2A0F-06F1819E8B0C}"/>
          </ac:picMkLst>
        </pc:picChg>
        <pc:picChg chg="add mod">
          <ac:chgData name="anjalimishra.am111@gmail.com" userId="98924a2674df745c" providerId="LiveId" clId="{8CE991A9-0D95-4DD7-B7B5-B8939DD7C592}" dt="2025-08-08T13:46:51.547" v="1005" actId="1076"/>
          <ac:picMkLst>
            <pc:docMk/>
            <pc:sldMk cId="273867295" sldId="267"/>
            <ac:picMk id="8" creationId="{9441BE2B-E2E1-634C-9BC6-9A7AF2E9A505}"/>
          </ac:picMkLst>
        </pc:picChg>
        <pc:picChg chg="add mod">
          <ac:chgData name="anjalimishra.am111@gmail.com" userId="98924a2674df745c" providerId="LiveId" clId="{8CE991A9-0D95-4DD7-B7B5-B8939DD7C592}" dt="2025-08-08T13:47:19.614" v="1009" actId="1076"/>
          <ac:picMkLst>
            <pc:docMk/>
            <pc:sldMk cId="273867295" sldId="267"/>
            <ac:picMk id="10" creationId="{3A4CBE67-CA3C-A409-5F84-6F47E525C4BC}"/>
          </ac:picMkLst>
        </pc:picChg>
        <pc:picChg chg="add mod">
          <ac:chgData name="anjalimishra.am111@gmail.com" userId="98924a2674df745c" providerId="LiveId" clId="{8CE991A9-0D95-4DD7-B7B5-B8939DD7C592}" dt="2025-08-08T13:47:13.857" v="1008" actId="1076"/>
          <ac:picMkLst>
            <pc:docMk/>
            <pc:sldMk cId="273867295" sldId="267"/>
            <ac:picMk id="12" creationId="{0E789E2E-4CF5-EB0E-D8EC-570DCD71F95F}"/>
          </ac:picMkLst>
        </pc:picChg>
        <pc:picChg chg="add mod">
          <ac:chgData name="anjalimishra.am111@gmail.com" userId="98924a2674df745c" providerId="LiveId" clId="{8CE991A9-0D95-4DD7-B7B5-B8939DD7C592}" dt="2025-08-08T13:45:57.650" v="997" actId="1076"/>
          <ac:picMkLst>
            <pc:docMk/>
            <pc:sldMk cId="273867295" sldId="267"/>
            <ac:picMk id="13" creationId="{EF90A8E1-31DE-6FFC-229D-8CF1A2CDCA71}"/>
          </ac:picMkLst>
        </pc:picChg>
        <pc:picChg chg="add mod">
          <ac:chgData name="anjalimishra.am111@gmail.com" userId="98924a2674df745c" providerId="LiveId" clId="{8CE991A9-0D95-4DD7-B7B5-B8939DD7C592}" dt="2025-08-08T13:46:57.681" v="1006" actId="1076"/>
          <ac:picMkLst>
            <pc:docMk/>
            <pc:sldMk cId="273867295" sldId="267"/>
            <ac:picMk id="14" creationId="{41D9FF02-9903-1E70-600E-0E0E243A591C}"/>
          </ac:picMkLst>
        </pc:picChg>
      </pc:sldChg>
      <pc:sldChg chg="new del">
        <pc:chgData name="anjalimishra.am111@gmail.com" userId="98924a2674df745c" providerId="LiveId" clId="{8CE991A9-0D95-4DD7-B7B5-B8939DD7C592}" dt="2025-08-08T10:26:03.900" v="691" actId="47"/>
        <pc:sldMkLst>
          <pc:docMk/>
          <pc:sldMk cId="1943584265" sldId="267"/>
        </pc:sldMkLst>
      </pc:sldChg>
      <pc:sldChg chg="addSp modSp new del mod">
        <pc:chgData name="anjalimishra.am111@gmail.com" userId="98924a2674df745c" providerId="LiveId" clId="{8CE991A9-0D95-4DD7-B7B5-B8939DD7C592}" dt="2025-08-08T10:33:41.342" v="795" actId="2696"/>
        <pc:sldMkLst>
          <pc:docMk/>
          <pc:sldMk cId="2134514902" sldId="267"/>
        </pc:sldMkLst>
        <pc:spChg chg="mod">
          <ac:chgData name="anjalimishra.am111@gmail.com" userId="98924a2674df745c" providerId="LiveId" clId="{8CE991A9-0D95-4DD7-B7B5-B8939DD7C592}" dt="2025-08-08T10:33:23.161" v="793" actId="2711"/>
          <ac:spMkLst>
            <pc:docMk/>
            <pc:sldMk cId="2134514902" sldId="267"/>
            <ac:spMk id="2" creationId="{67E44BC2-3D4C-DA98-A404-768FF17FEF09}"/>
          </ac:spMkLst>
        </pc:spChg>
        <pc:spChg chg="add mod">
          <ac:chgData name="anjalimishra.am111@gmail.com" userId="98924a2674df745c" providerId="LiveId" clId="{8CE991A9-0D95-4DD7-B7B5-B8939DD7C592}" dt="2025-08-08T10:33:04.928" v="782" actId="11"/>
          <ac:spMkLst>
            <pc:docMk/>
            <pc:sldMk cId="2134514902" sldId="267"/>
            <ac:spMk id="4" creationId="{D3EC8509-2017-5DF3-149C-25C3989C76E8}"/>
          </ac:spMkLst>
        </pc:spChg>
      </pc:sldChg>
      <pc:sldChg chg="modSp new del mod">
        <pc:chgData name="anjalimishra.am111@gmail.com" userId="98924a2674df745c" providerId="LiveId" clId="{8CE991A9-0D95-4DD7-B7B5-B8939DD7C592}" dt="2025-08-08T10:30:31.418" v="767" actId="47"/>
        <pc:sldMkLst>
          <pc:docMk/>
          <pc:sldMk cId="2212936787" sldId="267"/>
        </pc:sldMkLst>
        <pc:spChg chg="mod">
          <ac:chgData name="anjalimishra.am111@gmail.com" userId="98924a2674df745c" providerId="LiveId" clId="{8CE991A9-0D95-4DD7-B7B5-B8939DD7C592}" dt="2025-08-08T10:26:40.042" v="703" actId="20577"/>
          <ac:spMkLst>
            <pc:docMk/>
            <pc:sldMk cId="2212936787" sldId="267"/>
            <ac:spMk id="2" creationId="{B9F4A0F2-25A3-11E8-E601-96319E1A2ADC}"/>
          </ac:spMkLst>
        </pc:spChg>
        <pc:spChg chg="mod">
          <ac:chgData name="anjalimishra.am111@gmail.com" userId="98924a2674df745c" providerId="LiveId" clId="{8CE991A9-0D95-4DD7-B7B5-B8939DD7C592}" dt="2025-08-08T10:30:28.205" v="766" actId="6549"/>
          <ac:spMkLst>
            <pc:docMk/>
            <pc:sldMk cId="2212936787" sldId="267"/>
            <ac:spMk id="3" creationId="{99996297-11ED-8031-B399-EAD0B7C6A9A8}"/>
          </ac:spMkLst>
        </pc:spChg>
      </pc:sldChg>
      <pc:sldChg chg="new del">
        <pc:chgData name="anjalimishra.am111@gmail.com" userId="98924a2674df745c" providerId="LiveId" clId="{8CE991A9-0D95-4DD7-B7B5-B8939DD7C592}" dt="2025-08-08T10:26:05.735" v="692" actId="47"/>
        <pc:sldMkLst>
          <pc:docMk/>
          <pc:sldMk cId="2629848182" sldId="268"/>
        </pc:sldMkLst>
      </pc:sldChg>
      <pc:sldChg chg="addSp delSp modSp new mod">
        <pc:chgData name="anjalimishra.am111@gmail.com" userId="98924a2674df745c" providerId="LiveId" clId="{8CE991A9-0D95-4DD7-B7B5-B8939DD7C592}" dt="2025-08-08T13:45:38.583" v="995" actId="20577"/>
        <pc:sldMkLst>
          <pc:docMk/>
          <pc:sldMk cId="3624849167" sldId="268"/>
        </pc:sldMkLst>
        <pc:spChg chg="mod">
          <ac:chgData name="anjalimishra.am111@gmail.com" userId="98924a2674df745c" providerId="LiveId" clId="{8CE991A9-0D95-4DD7-B7B5-B8939DD7C592}" dt="2025-08-08T13:45:38.583" v="995" actId="20577"/>
          <ac:spMkLst>
            <pc:docMk/>
            <pc:sldMk cId="3624849167" sldId="268"/>
            <ac:spMk id="2" creationId="{C0AE5027-055A-DAFD-C236-B2EDDF0A711D}"/>
          </ac:spMkLst>
        </pc:spChg>
        <pc:spChg chg="del">
          <ac:chgData name="anjalimishra.am111@gmail.com" userId="98924a2674df745c" providerId="LiveId" clId="{8CE991A9-0D95-4DD7-B7B5-B8939DD7C592}" dt="2025-08-08T13:38:42.308" v="951" actId="931"/>
          <ac:spMkLst>
            <pc:docMk/>
            <pc:sldMk cId="3624849167" sldId="268"/>
            <ac:spMk id="3" creationId="{50AED49D-7889-11DC-25B1-557F715DF647}"/>
          </ac:spMkLst>
        </pc:spChg>
        <pc:spChg chg="del">
          <ac:chgData name="anjalimishra.am111@gmail.com" userId="98924a2674df745c" providerId="LiveId" clId="{8CE991A9-0D95-4DD7-B7B5-B8939DD7C592}" dt="2025-08-08T13:38:42.308" v="951" actId="931"/>
          <ac:spMkLst>
            <pc:docMk/>
            <pc:sldMk cId="3624849167" sldId="268"/>
            <ac:spMk id="4" creationId="{1B6BFF98-459C-B0D9-65E2-7FFD47CE8C4C}"/>
          </ac:spMkLst>
        </pc:spChg>
        <pc:picChg chg="add mod">
          <ac:chgData name="anjalimishra.am111@gmail.com" userId="98924a2674df745c" providerId="LiveId" clId="{8CE991A9-0D95-4DD7-B7B5-B8939DD7C592}" dt="2025-08-08T13:40:54.305" v="972" actId="108"/>
          <ac:picMkLst>
            <pc:docMk/>
            <pc:sldMk cId="3624849167" sldId="268"/>
            <ac:picMk id="6" creationId="{102F2583-CFFA-DBCE-D34C-7F920EE080D1}"/>
          </ac:picMkLst>
        </pc:picChg>
        <pc:picChg chg="add mod">
          <ac:chgData name="anjalimishra.am111@gmail.com" userId="98924a2674df745c" providerId="LiveId" clId="{8CE991A9-0D95-4DD7-B7B5-B8939DD7C592}" dt="2025-08-08T13:40:58.494" v="973" actId="108"/>
          <ac:picMkLst>
            <pc:docMk/>
            <pc:sldMk cId="3624849167" sldId="268"/>
            <ac:picMk id="8" creationId="{24EE1869-EB9B-AC16-4DA3-E4F422972FF3}"/>
          </ac:picMkLst>
        </pc:picChg>
        <pc:picChg chg="add mod">
          <ac:chgData name="anjalimishra.am111@gmail.com" userId="98924a2674df745c" providerId="LiveId" clId="{8CE991A9-0D95-4DD7-B7B5-B8939DD7C592}" dt="2025-08-08T13:41:02.355" v="974" actId="108"/>
          <ac:picMkLst>
            <pc:docMk/>
            <pc:sldMk cId="3624849167" sldId="268"/>
            <ac:picMk id="10" creationId="{DE73023C-2E72-B0F8-F2E1-3854A6A2E1FF}"/>
          </ac:picMkLst>
        </pc:picChg>
        <pc:picChg chg="add mod">
          <ac:chgData name="anjalimishra.am111@gmail.com" userId="98924a2674df745c" providerId="LiveId" clId="{8CE991A9-0D95-4DD7-B7B5-B8939DD7C592}" dt="2025-08-08T13:41:15.651" v="975" actId="108"/>
          <ac:picMkLst>
            <pc:docMk/>
            <pc:sldMk cId="3624849167" sldId="268"/>
            <ac:picMk id="12" creationId="{F3D19306-07C1-9C0A-D0FF-C56BAD5C4490}"/>
          </ac:picMkLst>
        </pc:picChg>
        <pc:picChg chg="add mod">
          <ac:chgData name="anjalimishra.am111@gmail.com" userId="98924a2674df745c" providerId="LiveId" clId="{8CE991A9-0D95-4DD7-B7B5-B8939DD7C592}" dt="2025-08-08T13:42:34.623" v="983" actId="14100"/>
          <ac:picMkLst>
            <pc:docMk/>
            <pc:sldMk cId="3624849167" sldId="268"/>
            <ac:picMk id="14" creationId="{61A31250-127F-453C-066E-A043E5DDF514}"/>
          </ac:picMkLst>
        </pc:picChg>
        <pc:picChg chg="add mod">
          <ac:chgData name="anjalimishra.am111@gmail.com" userId="98924a2674df745c" providerId="LiveId" clId="{8CE991A9-0D95-4DD7-B7B5-B8939DD7C592}" dt="2025-08-08T13:42:29.116" v="982" actId="1076"/>
          <ac:picMkLst>
            <pc:docMk/>
            <pc:sldMk cId="3624849167" sldId="268"/>
            <ac:picMk id="15" creationId="{542CFEFF-9CE3-0497-062B-01CCF8D38BF2}"/>
          </ac:picMkLst>
        </pc:picChg>
      </pc:sldChg>
      <pc:sldChg chg="addSp modSp new mod">
        <pc:chgData name="anjalimishra.am111@gmail.com" userId="98924a2674df745c" providerId="LiveId" clId="{8CE991A9-0D95-4DD7-B7B5-B8939DD7C592}" dt="2025-08-08T13:53:52.504" v="1064" actId="14100"/>
        <pc:sldMkLst>
          <pc:docMk/>
          <pc:sldMk cId="281182471" sldId="269"/>
        </pc:sldMkLst>
        <pc:spChg chg="mod">
          <ac:chgData name="anjalimishra.am111@gmail.com" userId="98924a2674df745c" providerId="LiveId" clId="{8CE991A9-0D95-4DD7-B7B5-B8939DD7C592}" dt="2025-08-08T13:53:46.265" v="1063" actId="1076"/>
          <ac:spMkLst>
            <pc:docMk/>
            <pc:sldMk cId="281182471" sldId="269"/>
            <ac:spMk id="2" creationId="{02DE7BB3-28E5-7E88-BDD4-CD4CE89D2EA0}"/>
          </ac:spMkLst>
        </pc:spChg>
        <pc:picChg chg="add mod">
          <ac:chgData name="anjalimishra.am111@gmail.com" userId="98924a2674df745c" providerId="LiveId" clId="{8CE991A9-0D95-4DD7-B7B5-B8939DD7C592}" dt="2025-08-08T13:53:52.504" v="1064" actId="14100"/>
          <ac:picMkLst>
            <pc:docMk/>
            <pc:sldMk cId="281182471" sldId="269"/>
            <ac:picMk id="4" creationId="{C314B513-9267-AE02-92C2-714091F6A7AF}"/>
          </ac:picMkLst>
        </pc:picChg>
      </pc:sldChg>
      <pc:sldChg chg="modSp new mod">
        <pc:chgData name="anjalimishra.am111@gmail.com" userId="98924a2674df745c" providerId="LiveId" clId="{8CE991A9-0D95-4DD7-B7B5-B8939DD7C592}" dt="2025-08-08T13:59:27.399" v="1101" actId="27636"/>
        <pc:sldMkLst>
          <pc:docMk/>
          <pc:sldMk cId="1166771357" sldId="270"/>
        </pc:sldMkLst>
        <pc:spChg chg="mod">
          <ac:chgData name="anjalimishra.am111@gmail.com" userId="98924a2674df745c" providerId="LiveId" clId="{8CE991A9-0D95-4DD7-B7B5-B8939DD7C592}" dt="2025-08-08T13:56:54.160" v="1088" actId="2711"/>
          <ac:spMkLst>
            <pc:docMk/>
            <pc:sldMk cId="1166771357" sldId="270"/>
            <ac:spMk id="2" creationId="{71AEFE31-BDC2-B4A2-193F-ED77B1A5B718}"/>
          </ac:spMkLst>
        </pc:spChg>
        <pc:spChg chg="mod">
          <ac:chgData name="anjalimishra.am111@gmail.com" userId="98924a2674df745c" providerId="LiveId" clId="{8CE991A9-0D95-4DD7-B7B5-B8939DD7C592}" dt="2025-08-08T13:59:27.399" v="1101" actId="27636"/>
          <ac:spMkLst>
            <pc:docMk/>
            <pc:sldMk cId="1166771357" sldId="270"/>
            <ac:spMk id="3" creationId="{321FDD44-B4E3-8B60-2CE4-D28F46F1483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B03335-08AB-430B-A69F-F94D6BA34026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2DCB-E4BF-4971-AE9A-7F997336E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76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25318" y="2571750"/>
            <a:ext cx="7864307" cy="1383822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317" y="3946095"/>
            <a:ext cx="7864309" cy="610821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5EEC3C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39290"/>
            <a:ext cx="8246070" cy="916229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55519"/>
            <a:ext cx="8246070" cy="3054095"/>
          </a:xfrm>
        </p:spPr>
        <p:txBody>
          <a:bodyPr/>
          <a:lstStyle>
            <a:lvl1pPr algn="r">
              <a:defRPr sz="2800"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6835" y="433880"/>
            <a:ext cx="6260905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6835" y="1198559"/>
            <a:ext cx="6260905" cy="3511061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4" y="1044700"/>
            <a:ext cx="8246071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96093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392450"/>
            <a:ext cx="4040188" cy="2137871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96093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392450"/>
            <a:ext cx="4041775" cy="2137871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9.sv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5195" y="2571750"/>
            <a:ext cx="7406194" cy="1383822"/>
          </a:xfrm>
        </p:spPr>
        <p:txBody>
          <a:bodyPr/>
          <a:lstStyle/>
          <a:p>
            <a:r>
              <a:rPr lang="en-US" dirty="0"/>
              <a:t>BIRD  SPECIES OBSERVATION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:-ANJALI MISHRA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39A1-4CB7-3885-8201-8D66979E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113635"/>
            <a:ext cx="7772400" cy="2443280"/>
          </a:xfrm>
        </p:spPr>
        <p:txBody>
          <a:bodyPr>
            <a:noAutofit/>
          </a:bodyPr>
          <a:lstStyle/>
          <a:p>
            <a:pPr marL="0" indent="0"/>
            <a:r>
              <a:rPr lang="en-US" sz="1600" dirty="0"/>
              <a:t>THE dataset contains detailed records of bird observations collected from</a:t>
            </a:r>
            <a:br>
              <a:rPr lang="en-US" sz="1600" dirty="0"/>
            </a:br>
            <a:r>
              <a:rPr lang="en-US" sz="1600" dirty="0"/>
              <a:t>Forest and Grassland habitats.</a:t>
            </a:r>
            <a:br>
              <a:rPr lang="en-US" sz="1600" dirty="0"/>
            </a:br>
            <a:r>
              <a:rPr lang="en-US" sz="1600" dirty="0"/>
              <a:t>It includes information such as:</a:t>
            </a:r>
            <a:br>
              <a:rPr lang="en-US" sz="1600" dirty="0"/>
            </a:br>
            <a:r>
              <a:rPr lang="en-US" sz="1600" dirty="0"/>
              <a:t>Species details – Common name and scientific name of the observed bird.</a:t>
            </a:r>
            <a:br>
              <a:rPr lang="en-US" sz="1600" dirty="0"/>
            </a:br>
            <a:r>
              <a:rPr lang="en-US" sz="1600" dirty="0"/>
              <a:t>Observation details – Date, time, observer name, and number of sightings.</a:t>
            </a:r>
            <a:br>
              <a:rPr lang="en-US" sz="1600" dirty="0"/>
            </a:br>
            <a:r>
              <a:rPr lang="en-US" sz="1600" dirty="0"/>
              <a:t>Environmental conditions – Sky, wind, temperature, and humidity at the time of observation.</a:t>
            </a:r>
            <a:br>
              <a:rPr lang="en-US" sz="1600" dirty="0"/>
            </a:br>
            <a:r>
              <a:rPr lang="en-US" sz="1600" dirty="0"/>
              <a:t>Location details – Type of habitat (Forest/Grassland) and geographical area.</a:t>
            </a:r>
            <a:br>
              <a:rPr lang="en-US" sz="1600" dirty="0"/>
            </a:br>
            <a:r>
              <a:rPr lang="en-US" sz="1600" dirty="0"/>
              <a:t>Disturbance factors – Presence of human or environmental disturbances affecting bird activity.</a:t>
            </a:r>
            <a:br>
              <a:rPr lang="en-US" sz="1600" dirty="0"/>
            </a:br>
            <a:br>
              <a:rPr lang="en-US" sz="1600" dirty="0"/>
            </a:br>
            <a:endParaRPr lang="en-IN" sz="1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333EC-F2FA-AAFF-A411-D6BD8B82E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816769"/>
            <a:ext cx="7772400" cy="838752"/>
          </a:xfrm>
        </p:spPr>
        <p:txBody>
          <a:bodyPr>
            <a:normAutofit/>
          </a:bodyPr>
          <a:lstStyle/>
          <a:p>
            <a:pPr algn="r"/>
            <a:r>
              <a:rPr lang="en-US" sz="3600" dirty="0">
                <a:solidFill>
                  <a:srgbClr val="5EEC3C"/>
                </a:solidFill>
                <a:latin typeface="Algerian" panose="04020705040A02060702" pitchFamily="82" charset="0"/>
              </a:rPr>
              <a:t>INTRODUCTION</a:t>
            </a:r>
            <a:endParaRPr lang="en-IN" sz="3600" dirty="0">
              <a:solidFill>
                <a:srgbClr val="5EEC3C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231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4528-84CE-871F-F12E-2621ADFB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EEC3C"/>
                </a:solidFill>
                <a:latin typeface="Algerian" panose="04020705040A02060702" pitchFamily="82" charset="0"/>
              </a:rPr>
              <a:t>OBJECTIVE</a:t>
            </a:r>
            <a:endParaRPr lang="en-IN" dirty="0">
              <a:solidFill>
                <a:srgbClr val="5EEC3C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BDEA9-A603-22F6-5CC1-D0A9E1AFD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02815"/>
            <a:ext cx="4038600" cy="364068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The primary aim of this project is to conduct an in-depth analysis of bird observation data collected from two distinct habitats  Forest and Grassland — to uncover meaningful patterns and trends that can contribute to conservation planning, eco-tourism development, and environmental awareness initiatives.</a:t>
            </a:r>
          </a:p>
          <a:p>
            <a:pPr marL="0" indent="0">
              <a:buNone/>
            </a:pPr>
            <a:r>
              <a:rPr lang="en-US" dirty="0"/>
              <a:t>This project seeks to:</a:t>
            </a:r>
          </a:p>
          <a:p>
            <a:pPr marL="514350" indent="-514350">
              <a:buAutoNum type="arabicPeriod"/>
            </a:pPr>
            <a:r>
              <a:rPr lang="en-US" dirty="0"/>
              <a:t>Identify and rank the most frequently observed bird species, along with their scientific names, to understand species diversity and dominance in different habitats.</a:t>
            </a:r>
          </a:p>
          <a:p>
            <a:pPr marL="514350" indent="-514350">
              <a:buAutoNum type="arabicPeriod"/>
            </a:pPr>
            <a:r>
              <a:rPr lang="en-US" dirty="0"/>
              <a:t> Examine habitat preferences by comparing bird sightings between Forest and Grassland locations, highlighting species that are habitat-specific and those that are more adaptable.</a:t>
            </a:r>
          </a:p>
          <a:p>
            <a:pPr marL="514350" indent="-514350">
              <a:buAutoNum type="arabicPeriod"/>
            </a:pPr>
            <a:r>
              <a:rPr lang="en-US" dirty="0"/>
              <a:t>Study seasonal patterns in bird sightings by </a:t>
            </a:r>
            <a:r>
              <a:rPr lang="en-US" dirty="0" err="1"/>
              <a:t>analysing</a:t>
            </a:r>
            <a:r>
              <a:rPr lang="en-US" dirty="0"/>
              <a:t> monthly observation trends, helping to identify peak activity periods and potential migration seasons.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FA939-5763-92F2-DB8B-1FFF02C98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02815"/>
            <a:ext cx="4038600" cy="364068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400" dirty="0"/>
              <a:t>5.     Investigate disturbance factors (human activity, environmental disruptions, etc.) to understand their effect on observation success rates and bird presence.</a:t>
            </a:r>
          </a:p>
          <a:p>
            <a:pPr marL="0" indent="0">
              <a:buNone/>
            </a:pPr>
            <a:r>
              <a:rPr lang="en-US" sz="3400" dirty="0"/>
              <a:t>6.      Generate actionable recommendations for field survey planning, eco-tourism packages, and targeted conservation measures.</a:t>
            </a:r>
          </a:p>
          <a:p>
            <a:pPr marL="0" indent="0">
              <a:buNone/>
            </a:pPr>
            <a:r>
              <a:rPr lang="en-US" sz="3400" dirty="0"/>
              <a:t>7.       Promote awareness and engagement among local communities and stakeholders by sharing data-driven insights about biodiversity and habitat preservation</a:t>
            </a:r>
            <a:r>
              <a:rPr lang="en-US" sz="1400" dirty="0"/>
              <a:t>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88824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CDA5-868C-B35E-C508-07968C66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A0F9-9B00-10D6-1C4F-6CA4D8435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05979"/>
            <a:ext cx="8543245" cy="8572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5EEC3C"/>
                </a:solidFill>
                <a:latin typeface="Algerian" panose="04020705040A02060702" pitchFamily="82" charset="0"/>
              </a:rPr>
              <a:t>Data cleaning and processing</a:t>
            </a:r>
            <a:endParaRPr lang="en-IN" dirty="0">
              <a:solidFill>
                <a:srgbClr val="5EEC3C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2484C-842F-D617-6D54-D0CA2E1EE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02815"/>
            <a:ext cx="4038600" cy="364068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1.Importing Required Libraries</a:t>
            </a:r>
          </a:p>
          <a:p>
            <a:pPr marL="0" indent="0">
              <a:buNone/>
            </a:pPr>
            <a:r>
              <a:rPr lang="en-IN" dirty="0"/>
              <a:t>Imported Pandas for data handling.</a:t>
            </a:r>
          </a:p>
          <a:p>
            <a:pPr marL="0" indent="0">
              <a:buNone/>
            </a:pPr>
            <a:r>
              <a:rPr lang="en-IN" dirty="0"/>
              <a:t>Imported </a:t>
            </a:r>
            <a:r>
              <a:rPr lang="en-IN" dirty="0" err="1"/>
              <a:t>os</a:t>
            </a:r>
            <a:r>
              <a:rPr lang="en-IN" dirty="0"/>
              <a:t> for file management.</a:t>
            </a:r>
          </a:p>
          <a:p>
            <a:pPr marL="0" indent="0">
              <a:buNone/>
            </a:pPr>
            <a:r>
              <a:rPr lang="en-IN" dirty="0"/>
              <a:t>2. Reading Multiple Excel Files and Sheets</a:t>
            </a:r>
          </a:p>
          <a:p>
            <a:pPr marL="0" indent="0">
              <a:buNone/>
            </a:pPr>
            <a:r>
              <a:rPr lang="en-IN" dirty="0"/>
              <a:t>Loaded Bird_Monitoring_Data_FOREST.xlsx and Bird_Monitoring_Data_GRASSLAND.xlsx.</a:t>
            </a:r>
          </a:p>
          <a:p>
            <a:pPr marL="0" indent="0">
              <a:buNone/>
            </a:pPr>
            <a:r>
              <a:rPr lang="en-IN" dirty="0"/>
              <a:t>Used pd.read_excel() with sheet_name=None to read all sheets from each file.</a:t>
            </a:r>
          </a:p>
          <a:p>
            <a:pPr marL="0" indent="0">
              <a:buNone/>
            </a:pPr>
            <a:r>
              <a:rPr lang="en-IN" dirty="0"/>
              <a:t>Combined all sheets into a single dataframe for each file (Forest &amp; Grassland).</a:t>
            </a:r>
          </a:p>
          <a:p>
            <a:pPr marL="0" indent="0">
              <a:buNone/>
            </a:pPr>
            <a:r>
              <a:rPr lang="en-IN" dirty="0"/>
              <a:t>Merged both dataframes into one master dataset called bird_observation_master_data.</a:t>
            </a:r>
          </a:p>
          <a:p>
            <a:pPr marL="0" indent="0">
              <a:buNone/>
            </a:pPr>
            <a:r>
              <a:rPr lang="en-US" dirty="0"/>
              <a:t>3. Removing Unnecessary Columns</a:t>
            </a:r>
          </a:p>
          <a:p>
            <a:pPr marL="0" indent="0">
              <a:buNone/>
            </a:pPr>
            <a:r>
              <a:rPr lang="en-US" dirty="0"/>
              <a:t>Deleted completely empty / unnamed columns such as "Unnamed: 1".</a:t>
            </a:r>
          </a:p>
          <a:p>
            <a:pPr marL="0" indent="0">
              <a:buNone/>
            </a:pPr>
            <a:r>
              <a:rPr lang="en-US" dirty="0"/>
              <a:t>Dropped any irrelevant metadata columns not required for analysis.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D95DC-E325-275A-9EF0-2492C7753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02815"/>
            <a:ext cx="4038600" cy="36406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4. </a:t>
            </a:r>
            <a:r>
              <a:rPr lang="en-US" sz="1300" dirty="0"/>
              <a:t>Handling Missing Values</a:t>
            </a:r>
          </a:p>
          <a:p>
            <a:pPr marL="0" indent="0">
              <a:buNone/>
            </a:pPr>
            <a:r>
              <a:rPr lang="en-US" sz="1300" dirty="0"/>
              <a:t>Sky column → filled missing values with "Unknown".</a:t>
            </a:r>
          </a:p>
          <a:p>
            <a:pPr marL="0" indent="0">
              <a:buNone/>
            </a:pPr>
            <a:r>
              <a:rPr lang="en-US" sz="1300" dirty="0"/>
              <a:t>Wind column → filled missing values with "Unknown".</a:t>
            </a:r>
          </a:p>
          <a:p>
            <a:pPr marL="0" indent="0">
              <a:buNone/>
            </a:pPr>
            <a:r>
              <a:rPr lang="en-US" sz="1300" dirty="0"/>
              <a:t>Disturbance column → filled missing values with "No Effect".</a:t>
            </a:r>
          </a:p>
          <a:p>
            <a:pPr marL="0" indent="0">
              <a:buNone/>
            </a:pPr>
            <a:r>
              <a:rPr lang="en-US" sz="1300" dirty="0"/>
              <a:t>5. Formatting and Standardisation</a:t>
            </a:r>
          </a:p>
          <a:p>
            <a:pPr marL="0" indent="0">
              <a:buNone/>
            </a:pPr>
            <a:r>
              <a:rPr lang="en-US" sz="1300" dirty="0"/>
              <a:t>Converted Date to proper datetime </a:t>
            </a:r>
            <a:r>
              <a:rPr lang="en-US" sz="1300" dirty="0" err="1"/>
              <a:t>format.Converted</a:t>
            </a:r>
            <a:r>
              <a:rPr lang="en-US" sz="1300" dirty="0"/>
              <a:t> Start_Time and </a:t>
            </a:r>
            <a:r>
              <a:rPr lang="en-US" sz="1300" dirty="0" err="1"/>
              <a:t>End_Time</a:t>
            </a:r>
            <a:r>
              <a:rPr lang="en-US" sz="1300" dirty="0"/>
              <a:t> to time format.</a:t>
            </a:r>
          </a:p>
          <a:p>
            <a:pPr marL="0" indent="0">
              <a:buNone/>
            </a:pPr>
            <a:r>
              <a:rPr lang="en-US" sz="1300" dirty="0"/>
              <a:t>Extracted </a:t>
            </a:r>
            <a:r>
              <a:rPr lang="en-US" sz="1300" dirty="0" err="1"/>
              <a:t>Month_Name</a:t>
            </a:r>
            <a:r>
              <a:rPr lang="en-US" sz="1300" dirty="0"/>
              <a:t>, Year, and Day from the Date column for seasonal analysis.</a:t>
            </a:r>
          </a:p>
          <a:p>
            <a:pPr marL="0" indent="0">
              <a:buNone/>
            </a:pPr>
            <a:r>
              <a:rPr lang="en-US" sz="1300" dirty="0"/>
              <a:t>6. Final Dataset Preparation Verified dataset shape after cleaning → 17,077 rows × 33 columns.</a:t>
            </a:r>
          </a:p>
          <a:p>
            <a:pPr marL="0" indent="0">
              <a:buNone/>
            </a:pPr>
            <a:r>
              <a:rPr lang="en-US" sz="1300" dirty="0"/>
              <a:t>Saved the cleaned file as Bird_Final_Data.csv for further EDA and Power BI dashboard creation.</a:t>
            </a: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1206435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E1C6-7381-291D-5000-1D61998D1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05979"/>
            <a:ext cx="8543245" cy="278844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5EEC3C"/>
                </a:solidFill>
                <a:latin typeface="Algerian" panose="04020705040A02060702" pitchFamily="82" charset="0"/>
              </a:rPr>
              <a:t>RUNNING CODES IN JUPYTER NOTEBOOK</a:t>
            </a:r>
            <a:endParaRPr lang="en-IN" sz="3200" dirty="0">
              <a:solidFill>
                <a:srgbClr val="5EEC3C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 descr="A white rectangular object with red text&#10;&#10;AI-generated content may be incorrect.">
            <a:extLst>
              <a:ext uri="{FF2B5EF4-FFF2-40B4-BE49-F238E27FC236}">
                <a16:creationId xmlns:a16="http://schemas.microsoft.com/office/drawing/2014/main" id="{EE018464-60D3-325D-2A0F-06F1819E8B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90" y="891994"/>
            <a:ext cx="3470294" cy="1692000"/>
          </a:xfrm>
          <a:ln w="28575">
            <a:solidFill>
              <a:schemeClr val="tx1"/>
            </a:solidFill>
          </a:ln>
        </p:spPr>
      </p:pic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41BE2B-E2E1-634C-9BC6-9A7AF2E9A5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974" y="618868"/>
            <a:ext cx="4531818" cy="2025107"/>
          </a:xfrm>
          <a:ln w="28575">
            <a:solidFill>
              <a:schemeClr val="tx1"/>
            </a:solidFill>
          </a:ln>
        </p:spPr>
      </p:pic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3A4CBE67-CA3C-A409-5F84-6F47E525C4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90" y="3075622"/>
            <a:ext cx="2987065" cy="167975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E789E2E-4CF5-EB0E-D8EC-570DCD71F9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730" y="3075622"/>
            <a:ext cx="5182820" cy="18191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Graphic 12" descr="Arrow: Slight curve with solid fill">
            <a:extLst>
              <a:ext uri="{FF2B5EF4-FFF2-40B4-BE49-F238E27FC236}">
                <a16:creationId xmlns:a16="http://schemas.microsoft.com/office/drawing/2014/main" id="{EF90A8E1-31DE-6FFC-229D-8CF1A2CDCA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37211" y="1559653"/>
            <a:ext cx="608052" cy="609905"/>
          </a:xfrm>
          <a:prstGeom prst="rect">
            <a:avLst/>
          </a:prstGeom>
        </p:spPr>
      </p:pic>
      <p:pic>
        <p:nvPicPr>
          <p:cNvPr id="14" name="Graphic 13" descr="Arrow: Slight curve with solid fill">
            <a:extLst>
              <a:ext uri="{FF2B5EF4-FFF2-40B4-BE49-F238E27FC236}">
                <a16:creationId xmlns:a16="http://schemas.microsoft.com/office/drawing/2014/main" id="{41D9FF02-9903-1E70-600E-0E0E243A59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16111" y="3418051"/>
            <a:ext cx="526611" cy="6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7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E5027-055A-DAFD-C236-B2EDDF0A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5EEC3C"/>
                </a:solidFill>
                <a:latin typeface="Algerian" panose="04020705040A02060702" pitchFamily="82" charset="0"/>
              </a:rPr>
              <a:t>RUNNING CODES IN JUPYTER NOTEBOOK-CONTINUED</a:t>
            </a:r>
            <a:endParaRPr lang="en-IN" dirty="0"/>
          </a:p>
        </p:txBody>
      </p:sp>
      <p:pic>
        <p:nvPicPr>
          <p:cNvPr id="6" name="Content Placeholder 5" descr="A close up of a sign&#10;&#10;AI-generated content may be incorrect.">
            <a:extLst>
              <a:ext uri="{FF2B5EF4-FFF2-40B4-BE49-F238E27FC236}">
                <a16:creationId xmlns:a16="http://schemas.microsoft.com/office/drawing/2014/main" id="{102F2583-CFFA-DBCE-D34C-7F920EE080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1350109"/>
            <a:ext cx="4038600" cy="926775"/>
          </a:xfrm>
          <a:ln w="28575">
            <a:solidFill>
              <a:schemeClr val="tx1"/>
            </a:solidFill>
          </a:ln>
        </p:spPr>
      </p:pic>
      <p:pic>
        <p:nvPicPr>
          <p:cNvPr id="8" name="Content Placeholder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4EE1869-EB9B-AC16-4DA3-E4F422972F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853" y="1305913"/>
            <a:ext cx="4038600" cy="1560702"/>
          </a:xfrm>
          <a:ln w="28575">
            <a:solidFill>
              <a:schemeClr val="tx1"/>
            </a:solidFill>
          </a:ln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73023C-2E72-B0F8-F2E1-3854A6A2E1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6" y="2866615"/>
            <a:ext cx="4038600" cy="138489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D19306-07C1-9C0A-D0FF-C56BAD5C44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365" y="3208181"/>
            <a:ext cx="4380678" cy="17293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Graphic 13" descr="Arrow: Slight curve with solid fill">
            <a:extLst>
              <a:ext uri="{FF2B5EF4-FFF2-40B4-BE49-F238E27FC236}">
                <a16:creationId xmlns:a16="http://schemas.microsoft.com/office/drawing/2014/main" id="{61A31250-127F-453C-066E-A043E5DDF5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13885" y="3254107"/>
            <a:ext cx="457480" cy="609905"/>
          </a:xfrm>
          <a:prstGeom prst="rect">
            <a:avLst/>
          </a:prstGeom>
        </p:spPr>
      </p:pic>
      <p:pic>
        <p:nvPicPr>
          <p:cNvPr id="15" name="Graphic 14" descr="Arrow: Slight curve with solid fill">
            <a:extLst>
              <a:ext uri="{FF2B5EF4-FFF2-40B4-BE49-F238E27FC236}">
                <a16:creationId xmlns:a16="http://schemas.microsoft.com/office/drawing/2014/main" id="{542CFEFF-9CE3-0497-062B-01CCF8D38B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7175" y="1793106"/>
            <a:ext cx="608052" cy="60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49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BB3-28E5-7E88-BDD4-CD4CE89D2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8470"/>
            <a:ext cx="8229600" cy="38060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5EEC3C"/>
                </a:solidFill>
                <a:latin typeface="Algerian" panose="04020705040A02060702" pitchFamily="82" charset="0"/>
              </a:rPr>
              <a:t>POWER BI DASHBOARD</a:t>
            </a:r>
            <a:endParaRPr lang="en-IN" dirty="0">
              <a:solidFill>
                <a:srgbClr val="5EEC3C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C314B513-9267-AE02-92C2-714091F6A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585"/>
            <a:ext cx="9143999" cy="455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EFE31-BDC2-B4A2-193F-ED77B1A5B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DASHBOARD OBSERVATION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FDD44-B4E3-8B60-2CE4-D28F46F14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The Bird Species Observation Dashboard provides an interactive </a:t>
            </a:r>
            <a:r>
              <a:rPr lang="en-US" sz="1400" dirty="0" err="1"/>
              <a:t>visualisation</a:t>
            </a:r>
            <a:r>
              <a:rPr lang="en-US" sz="1400" dirty="0"/>
              <a:t> of bird sightings from Forest and Grassland habitats. Key features include: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Species Distribution: Displays the most frequently observed birds and their habitat preferences.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Seasonal Trends: Line and column charts highlight peak observation months, aiding seasonal planning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.Environmental Impact: Visuals on sky condition, wind, and temperature show how weather affects sightings.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Disturbance Analysis: Donut charts reveal the proportion of observations affected by human or environmental disturbances.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Interactive Filters &amp; Slicers: Allow users to filter data by location type, month, year, or species for targeted insights.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This dashboard enables eco-tourism planners, researchers, and conservationists to make data-driven decisions on biodiversity monitoring and habitat protection.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66771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44DB5-F79A-0CD6-40E6-C061E418A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6"/>
            <a:ext cx="3008313" cy="1145323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DISCUSSION AND INTERPRETATION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2F27-1C0A-5662-6629-61F0B96F7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514" y="1076325"/>
            <a:ext cx="5111750" cy="393870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The dataset combined observations from Forest and Grassland habitats, resulting in a large and diverse master dataset of 17,077 records.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Species Analysis revealed that a few species dominate the sightings, but there is still a wide diversity across both habitats.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Location Analysis showed Forest areas have slightly more species variety, whereas Grasslands recorded certain habitat-specific birds.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Seasonal Trends indicated clear peak months for sightings, useful for field planning and tourism.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Environmental Factors such as clear sky and calm winds were linked to higher observation counts, suggesting weather plays a crucial role in bird activity.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Disturbance Impact analysis showed that “No Effect” was the most frequent category, but certain disturbances had a noticeable negative impact on sightings.</a:t>
            </a:r>
          </a:p>
          <a:p>
            <a:pPr marL="0" indent="0">
              <a:buNone/>
            </a:pPr>
            <a:endParaRPr lang="en-IN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143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3ECF8-3924-51F7-6CAF-1F0B3DD0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RECOMMENDATION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1D98E-44E3-352C-2A28-7A47F75A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4130" y="1198559"/>
            <a:ext cx="6260905" cy="3511061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Focus Fieldwork in Peak Months – Allocate more survey resources during high-activity periods to </a:t>
            </a:r>
            <a:r>
              <a:rPr lang="en-US" sz="2000" dirty="0" err="1"/>
              <a:t>maximise</a:t>
            </a:r>
            <a:r>
              <a:rPr lang="en-US" sz="2000" dirty="0"/>
              <a:t> sightings.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Habitat-specific Strategies – Protect Forest-specific and Grassland-specific species with targeted conservation measures.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Weather-</a:t>
            </a:r>
            <a:r>
              <a:rPr lang="en-US" sz="2000" dirty="0" err="1"/>
              <a:t>Optimised</a:t>
            </a:r>
            <a:r>
              <a:rPr lang="en-US" sz="2000" dirty="0"/>
              <a:t> Surveys – Schedule observations in </a:t>
            </a:r>
            <a:r>
              <a:rPr lang="en-US" sz="2000" dirty="0" err="1"/>
              <a:t>favourable</a:t>
            </a:r>
            <a:r>
              <a:rPr lang="en-US" sz="2000" dirty="0"/>
              <a:t> weather to improve data quality.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Community Engagement – Involve top observers in awareness programs to inspire wider participation.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Data Enhancement – In future surveys, include GPS coordinates and more detailed environmental metrics for richer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Ongoing Monitoring – Repeat similar analysis annually to track biodiversity changes over time.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5583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921</Words>
  <Application>Microsoft Office PowerPoint</Application>
  <PresentationFormat>On-screen Show (16:9)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Arial</vt:lpstr>
      <vt:lpstr>Calibri</vt:lpstr>
      <vt:lpstr>Wingdings</vt:lpstr>
      <vt:lpstr>Office Theme</vt:lpstr>
      <vt:lpstr>BIRD  SPECIES OBSERVATION PROJECT</vt:lpstr>
      <vt:lpstr>THE dataset contains detailed records of bird observations collected from Forest and Grassland habitats. It includes information such as: Species details – Common name and scientific name of the observed bird. Observation details – Date, time, observer name, and number of sightings. Environmental conditions – Sky, wind, temperature, and humidity at the time of observation. Location details – Type of habitat (Forest/Grassland) and geographical area. Disturbance factors – Presence of human or environmental disturbances affecting bird activity.  </vt:lpstr>
      <vt:lpstr>OBJECTIVE</vt:lpstr>
      <vt:lpstr>Data cleaning and processing</vt:lpstr>
      <vt:lpstr>RUNNING CODES IN JUPYTER NOTEBOOK</vt:lpstr>
      <vt:lpstr>RUNNING CODES IN JUPYTER NOTEBOOK-CONTINUED</vt:lpstr>
      <vt:lpstr>POWER BI DASHBOARD</vt:lpstr>
      <vt:lpstr>DASHBOARD OBSERVATION</vt:lpstr>
      <vt:lpstr>DISCUSSION AND INTERPRETATION </vt:lpstr>
      <vt:lpstr>RECOMMENDATION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anjalimishra.am111@gmail.com</cp:lastModifiedBy>
  <cp:revision>140</cp:revision>
  <dcterms:created xsi:type="dcterms:W3CDTF">2013-08-21T19:17:07Z</dcterms:created>
  <dcterms:modified xsi:type="dcterms:W3CDTF">2025-08-08T14:02:55Z</dcterms:modified>
</cp:coreProperties>
</file>